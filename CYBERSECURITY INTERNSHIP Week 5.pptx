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E3EF"/>
    <a:srgbClr val="F9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73F6-404E-46C5-9BCA-9C3E4862E89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BA01-27A3-4674-855C-68E5E6D3FB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73F6-404E-46C5-9BCA-9C3E4862E89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BA01-27A3-4674-855C-68E5E6D3FB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73F6-404E-46C5-9BCA-9C3E4862E89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BA01-27A3-4674-855C-68E5E6D3FB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73F6-404E-46C5-9BCA-9C3E4862E89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BA01-27A3-4674-855C-68E5E6D3FB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73F6-404E-46C5-9BCA-9C3E4862E89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BA01-27A3-4674-855C-68E5E6D3FB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73F6-404E-46C5-9BCA-9C3E4862E89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BA01-27A3-4674-855C-68E5E6D3FB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73F6-404E-46C5-9BCA-9C3E4862E89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BA01-27A3-4674-855C-68E5E6D3FB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73F6-404E-46C5-9BCA-9C3E4862E89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BA01-27A3-4674-855C-68E5E6D3FB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73F6-404E-46C5-9BCA-9C3E4862E89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BA01-27A3-4674-855C-68E5E6D3FB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73F6-404E-46C5-9BCA-9C3E4862E89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BA01-27A3-4674-855C-68E5E6D3FB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73F6-404E-46C5-9BCA-9C3E4862E89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BA01-27A3-4674-855C-68E5E6D3FB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20000"/>
                <a:lumOff val="80000"/>
              </a:schemeClr>
            </a:gs>
            <a:gs pos="74000">
              <a:schemeClr val="tx2">
                <a:lumMod val="20000"/>
                <a:lumOff val="80000"/>
              </a:schemeClr>
            </a:gs>
            <a:gs pos="83000">
              <a:schemeClr val="accent5">
                <a:lumMod val="20000"/>
                <a:lumOff val="80000"/>
              </a:schemeClr>
            </a:gs>
            <a:gs pos="100000">
              <a:srgbClr val="DFE3E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E73F6-404E-46C5-9BCA-9C3E4862E89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3BA01-27A3-4674-855C-68E5E6D3FB5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2102" y="138022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CYBERSECURITY INTERNSHIP</a:t>
            </a:r>
            <a:br>
              <a:rPr lang="en-US" b="1" dirty="0" smtClean="0"/>
            </a:br>
            <a:r>
              <a:rPr lang="en-US" sz="1600" b="1" u="sng" dirty="0" smtClean="0"/>
              <a:t>WEEK 5 ASSIGNMENT</a:t>
            </a:r>
            <a:br>
              <a:rPr lang="en-US" sz="1600" b="1" u="sng" dirty="0" smtClean="0"/>
            </a:br>
            <a:r>
              <a:rPr lang="en-US" sz="1600" b="1" u="sng" dirty="0" smtClean="0"/>
              <a:t>VAPT TOOLS: PRACTICAL LEARNING</a:t>
            </a: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941717" y="1532327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u="sng" dirty="0" smtClean="0"/>
              <a:t>S</a:t>
            </a:r>
            <a:r>
              <a:rPr lang="en-US" sz="2000" u="sng" dirty="0" smtClean="0">
                <a:latin typeface="Calibri" panose="020F0502020204030204" charset="0"/>
                <a:cs typeface="Calibri" panose="020F0502020204030204" charset="0"/>
              </a:rPr>
              <a:t>ubmitted by </a:t>
            </a:r>
          </a:p>
          <a:p>
            <a:pPr marL="0" indent="0">
              <a:buNone/>
            </a:pPr>
            <a:r>
              <a:rPr lang="en-US" sz="2000" dirty="0" smtClean="0">
                <a:latin typeface="Calibri" panose="020F0502020204030204" charset="0"/>
                <a:cs typeface="Calibri" panose="020F0502020204030204" charset="0"/>
              </a:rPr>
              <a:t>Name: </a:t>
            </a:r>
            <a:r>
              <a:rPr lang="en-US" sz="2000" dirty="0" err="1" smtClean="0">
                <a:latin typeface="Calibri" panose="020F0502020204030204" charset="0"/>
                <a:cs typeface="Calibri" panose="020F0502020204030204" charset="0"/>
              </a:rPr>
              <a:t>Deepashree.C</a:t>
            </a:r>
            <a:r>
              <a:rPr lang="en-US" sz="2000" dirty="0" smtClean="0">
                <a:latin typeface="Calibri" panose="020F0502020204030204" charset="0"/>
                <a:cs typeface="Calibri" panose="020F0502020204030204" charset="0"/>
              </a:rPr>
              <a:t> </a:t>
            </a:r>
          </a:p>
          <a:p>
            <a:pPr marL="0" indent="0">
              <a:buNone/>
            </a:pPr>
            <a:r>
              <a:rPr lang="en-US" sz="2000" dirty="0" smtClean="0">
                <a:latin typeface="Calibri" panose="020F0502020204030204" charset="0"/>
                <a:cs typeface="Calibri" panose="020F0502020204030204" charset="0"/>
              </a:rPr>
              <a:t>Role: </a:t>
            </a:r>
            <a:r>
              <a:rPr lang="en-US" sz="2000" dirty="0" err="1" smtClean="0">
                <a:latin typeface="Calibri" panose="020F0502020204030204" charset="0"/>
                <a:cs typeface="Calibri" panose="020F0502020204030204" charset="0"/>
              </a:rPr>
              <a:t>Cybersecurity</a:t>
            </a:r>
            <a:r>
              <a:rPr lang="en-US" sz="2000" dirty="0" smtClean="0">
                <a:latin typeface="Calibri" panose="020F0502020204030204" charset="0"/>
                <a:cs typeface="Calibri" panose="020F0502020204030204" charset="0"/>
              </a:rPr>
              <a:t> Intern </a:t>
            </a:r>
          </a:p>
          <a:p>
            <a:pPr marL="0" indent="0">
              <a:buNone/>
            </a:pPr>
            <a:r>
              <a:rPr lang="en-US" sz="2000" dirty="0" smtClean="0">
                <a:latin typeface="Calibri" panose="020F0502020204030204" charset="0"/>
                <a:cs typeface="Calibri" panose="020F0502020204030204" charset="0"/>
              </a:rPr>
              <a:t>Week: Week 5 </a:t>
            </a:r>
          </a:p>
          <a:p>
            <a:pPr marL="0" indent="0">
              <a:buNone/>
            </a:pPr>
            <a:r>
              <a:rPr lang="en-US" sz="2000" dirty="0" smtClean="0">
                <a:latin typeface="Calibri" panose="020F0502020204030204" charset="0"/>
                <a:cs typeface="Calibri" panose="020F0502020204030204" charset="0"/>
              </a:rPr>
              <a:t>SIN: DG/SEPTEMBER/CYBER/254</a:t>
            </a:r>
          </a:p>
          <a:p>
            <a:pPr marL="0" indent="0">
              <a:buNone/>
            </a:pPr>
            <a:r>
              <a:rPr lang="en-US" sz="2000" dirty="0" smtClean="0">
                <a:latin typeface="Calibri" panose="020F0502020204030204" charset="0"/>
                <a:cs typeface="Calibri" panose="020F0502020204030204" charset="0"/>
              </a:rPr>
              <a:t>Submitted to: DG Interns Hub</a:t>
            </a:r>
          </a:p>
          <a:p>
            <a:pPr marL="0" indent="0">
              <a:buNone/>
            </a:pPr>
            <a:r>
              <a:rPr lang="en-US" sz="2000" dirty="0" smtClean="0">
                <a:latin typeface="Calibri" panose="020F0502020204030204" charset="0"/>
                <a:cs typeface="Calibri" panose="020F0502020204030204" charset="0"/>
              </a:rPr>
              <a:t>Submission date: October 2026</a:t>
            </a:r>
          </a:p>
          <a:p>
            <a:pPr marL="0" indent="0">
              <a:buNone/>
            </a:pPr>
            <a:r>
              <a:rPr lang="en-US" sz="2000" u="sng" dirty="0" smtClean="0">
                <a:latin typeface="Calibri" panose="020F0502020204030204" charset="0"/>
                <a:cs typeface="Calibri" panose="020F0502020204030204" charset="0"/>
              </a:rPr>
              <a:t>Topics covered: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Calibri" panose="020F0502020204030204" charset="0"/>
                <a:cs typeface="Calibri" panose="020F0502020204030204" charset="0"/>
              </a:rPr>
              <a:t> VAPT Tools: </a:t>
            </a:r>
          </a:p>
          <a:p>
            <a:pPr marL="0" indent="0">
              <a:buNone/>
            </a:pPr>
            <a:r>
              <a:rPr lang="en-US" sz="2000" dirty="0" smtClean="0">
                <a:latin typeface="Calibri" panose="020F0502020204030204" charset="0"/>
                <a:cs typeface="Calibri" panose="020F0502020204030204" charset="0"/>
              </a:rPr>
              <a:t>     o Network Scanning– </a:t>
            </a:r>
            <a:r>
              <a:rPr lang="en-US" sz="2000" dirty="0" err="1" smtClean="0">
                <a:latin typeface="Calibri" panose="020F0502020204030204" charset="0"/>
                <a:cs typeface="Calibri" panose="020F0502020204030204" charset="0"/>
              </a:rPr>
              <a:t>Nmap</a:t>
            </a:r>
            <a:r>
              <a:rPr lang="en-US" sz="2000" dirty="0" smtClean="0">
                <a:latin typeface="Calibri" panose="020F0502020204030204" charset="0"/>
                <a:cs typeface="Calibri" panose="020F0502020204030204" charset="0"/>
              </a:rPr>
              <a:t> </a:t>
            </a:r>
          </a:p>
          <a:p>
            <a:pPr marL="0" indent="0">
              <a:buNone/>
            </a:pPr>
            <a:r>
              <a:rPr lang="en-US" sz="2000" dirty="0" smtClean="0">
                <a:latin typeface="Calibri" panose="020F0502020204030204" charset="0"/>
                <a:cs typeface="Calibri" panose="020F0502020204030204" charset="0"/>
              </a:rPr>
              <a:t>     o Web Vulnerability Assessment– </a:t>
            </a:r>
            <a:r>
              <a:rPr lang="en-US" sz="2000" dirty="0" err="1" smtClean="0">
                <a:latin typeface="Calibri" panose="020F0502020204030204" charset="0"/>
                <a:cs typeface="Calibri" panose="020F0502020204030204" charset="0"/>
              </a:rPr>
              <a:t>Nikto</a:t>
            </a:r>
            <a:endParaRPr lang="en-US" sz="2000" dirty="0" smtClean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Calibri" panose="020F0502020204030204" charset="0"/>
                <a:cs typeface="Calibri" panose="020F0502020204030204" charset="0"/>
              </a:rPr>
              <a:t>     o HTTP Traffic Analysis– Burp Suite</a:t>
            </a:r>
            <a:endParaRPr 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VAPT OVERVIEW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3700"/>
            <a:ext cx="10515600" cy="46269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 smtClean="0"/>
              <a:t>Objective: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    To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smtClean="0">
                <a:latin typeface="Calibri" panose="020F0502020204030204" charset="0"/>
                <a:cs typeface="Calibri" panose="020F0502020204030204" charset="0"/>
              </a:rPr>
              <a:t>understand the </a:t>
            </a:r>
            <a:r>
              <a:rPr lang="en-US" sz="1800" dirty="0" smtClean="0"/>
              <a:t>basic Vulnerability Assessment and Penetration Testing (VAPT) process through hands-on </a:t>
            </a:r>
          </a:p>
          <a:p>
            <a:pPr marL="0" indent="0">
              <a:buNone/>
            </a:pPr>
            <a:r>
              <a:rPr lang="en-US" sz="1800" dirty="0" smtClean="0"/>
              <a:t>     testing of an authorized training website. </a:t>
            </a:r>
          </a:p>
          <a:p>
            <a:pPr marL="0" indent="0">
              <a:buNone/>
            </a:pPr>
            <a:r>
              <a:rPr lang="en-US" sz="1800" b="1" dirty="0" smtClean="0"/>
              <a:t>VAPT Workflow: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    Target Identification → Network Scanning → Web Assessment → Traffic Analysis → Finding Documentation </a:t>
            </a:r>
          </a:p>
          <a:p>
            <a:pPr marL="0" indent="0">
              <a:buNone/>
            </a:pPr>
            <a:r>
              <a:rPr lang="en-US" sz="1800" b="1" dirty="0" smtClean="0"/>
              <a:t>Practical Objectives:</a:t>
            </a:r>
            <a:endParaRPr lang="en-US" sz="1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 smtClean="0"/>
              <a:t>Perform network scanning using </a:t>
            </a:r>
            <a:r>
              <a:rPr lang="en-US" sz="1800" dirty="0" err="1" smtClean="0"/>
              <a:t>Nmap</a:t>
            </a:r>
            <a:r>
              <a:rPr lang="en-US" sz="1800" dirty="0" smtClean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 smtClean="0"/>
              <a:t>Identify open ports and available services.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 smtClean="0"/>
              <a:t>Perform web-server assessment using </a:t>
            </a:r>
            <a:r>
              <a:rPr lang="en-US" sz="1800" dirty="0" err="1" smtClean="0"/>
              <a:t>Nikto</a:t>
            </a:r>
            <a:r>
              <a:rPr lang="en-US" sz="1800" dirty="0" smtClean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 smtClean="0"/>
              <a:t>Intercept HTTP requests using Burp Suite.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 smtClean="0"/>
              <a:t>Analyze HTTP requests, headers, and web traffic.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 smtClean="0"/>
              <a:t>Document security findings based on actual scan evidence.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 smtClean="0"/>
              <a:t>Practice responsible and authorized security testing.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6056" y="-8826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NMAP: NETWORK SCANNING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07282" y="949922"/>
            <a:ext cx="8594090" cy="5908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 err="1" smtClean="0">
                <a:latin typeface="Calibri" panose="020F0502020204030204" charset="0"/>
                <a:cs typeface="Calibri" panose="020F0502020204030204" charset="0"/>
              </a:rPr>
              <a:t>Nmap</a:t>
            </a:r>
            <a:r>
              <a:rPr lang="en-US" sz="1800" b="1" dirty="0" smtClean="0">
                <a:latin typeface="Calibri" panose="020F0502020204030204" charset="0"/>
                <a:cs typeface="Calibri" panose="020F0502020204030204" charset="0"/>
              </a:rPr>
              <a:t> (Network Mapper)</a:t>
            </a:r>
            <a:r>
              <a:rPr lang="en-US" sz="1800" dirty="0" smtClean="0">
                <a:latin typeface="Calibri" panose="020F0502020204030204" charset="0"/>
                <a:cs typeface="Calibri" panose="020F0502020204030204" charset="0"/>
              </a:rPr>
              <a:t> is an open-source network scanning tool used to discover hosts,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 smtClean="0">
                <a:latin typeface="Calibri" panose="020F0502020204030204" charset="0"/>
                <a:cs typeface="Calibri" panose="020F0502020204030204" charset="0"/>
              </a:rPr>
              <a:t>scan ports, and identify services running on a network.</a:t>
            </a:r>
            <a:endParaRPr kumimoji="0" 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Commands Used: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nmap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 -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sS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 testphp.vulnweb.com – TCP SYN scan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nmap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 -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sV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 testphp.vulnweb.com – Service/version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nmap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 -A testphp.vulnweb.com – Advanced scanning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Key Observations: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Target host was detected as up.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Scanned ports appeared filtered/no-response.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Service detection was limited due to missing TCP responses.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Possible Reasons: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Firewall filtering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Network ACL/security rules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Intermediate network filtering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Packet dropping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Conclusion: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Network filtering prevented complete port and service identification.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533" y="1495181"/>
            <a:ext cx="4427604" cy="11430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533" y="2896163"/>
            <a:ext cx="4419983" cy="13869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533" y="4541006"/>
            <a:ext cx="4419983" cy="17734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/>
          <a:lstStyle/>
          <a:p>
            <a:pPr algn="ctr"/>
            <a:r>
              <a:rPr lang="en-US" altLang="en-US" b="1"/>
              <a:t>NIKTO: WEB VULNERABILITY SCANNING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7005"/>
            <a:ext cx="6534150" cy="49815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/>
              <a:t>Nikto is a web-server security scanner designed to detect potential security issues such as server misconfigurations, insecure files, outdated software components, and other commonly known web-server vulnerabilities.</a:t>
            </a:r>
          </a:p>
          <a:p>
            <a:pPr marL="0" indent="0">
              <a:buNone/>
            </a:pPr>
            <a:r>
              <a:rPr lang="en-US" altLang="en-US" sz="1800" b="1"/>
              <a:t>Command Used: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nikto -h http://testphp.vulnweb.com</a:t>
            </a:r>
          </a:p>
          <a:p>
            <a:pPr marL="0" indent="0">
              <a:buNone/>
            </a:pPr>
            <a:r>
              <a:rPr lang="en-US" altLang="en-US" sz="1800" b="1"/>
              <a:t>Scan Results:</a:t>
            </a:r>
          </a:p>
          <a:p>
            <a:r>
              <a:rPr lang="en-US" altLang="en-US" sz="1800"/>
              <a:t>Nikto successfully resolved the target hostname.</a:t>
            </a:r>
          </a:p>
          <a:p>
            <a:r>
              <a:rPr lang="en-US" altLang="en-US" sz="1800"/>
              <a:t>Multiple network addresses were identified for the specified target.</a:t>
            </a:r>
          </a:p>
          <a:p>
            <a:r>
              <a:rPr lang="en-US" altLang="en-US" sz="1800"/>
              <a:t>However, 0 hosts were tested during the scan.</a:t>
            </a:r>
          </a:p>
          <a:p>
            <a:r>
              <a:rPr lang="en-US" altLang="en-US" sz="1800"/>
              <a:t>Since no hosts were successfully tested, no web-server vulnerabilities were identified or reported by Nikto in this scan.</a:t>
            </a:r>
          </a:p>
          <a:p>
            <a:r>
              <a:rPr lang="en-US" altLang="en-US" sz="1800"/>
              <a:t>The absence of reported vulnerabilities should not be interpreted as confirmation that the target is completely secure, as the scan did not successfully test a host.</a:t>
            </a:r>
          </a:p>
          <a:p>
            <a:pPr marL="0" indent="0">
              <a:buNone/>
            </a:pPr>
            <a:endParaRPr lang="en-US" altLang="en-US" sz="18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191" y="1585978"/>
            <a:ext cx="3311100" cy="20716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en-US" b="1">
                <a:sym typeface="+mn-ea"/>
              </a:rPr>
              <a:t>BURP SUITE: WEB APPLICATION SECURITY TESTING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290" y="1515745"/>
            <a:ext cx="6495661" cy="5342255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altLang="en-US" sz="5500" dirty="0"/>
              <a:t>Burp Suite is a web application security testing tool used to intercept and analyze HTTP/HTTPS traffic.</a:t>
            </a:r>
          </a:p>
          <a:p>
            <a:r>
              <a:rPr lang="en-US" altLang="en-US" sz="5500" dirty="0"/>
              <a:t>Proxy Configuration:</a:t>
            </a:r>
          </a:p>
          <a:p>
            <a:pPr marL="0" indent="0">
              <a:buNone/>
            </a:pPr>
            <a:r>
              <a:rPr lang="en-US" altLang="en-US" sz="5500" dirty="0"/>
              <a:t>     Proxy: 127.0.0.1:8080</a:t>
            </a:r>
          </a:p>
          <a:p>
            <a:pPr marL="0" indent="0">
              <a:buNone/>
            </a:pPr>
            <a:r>
              <a:rPr lang="en-US" altLang="en-US" sz="5500" b="1" dirty="0"/>
              <a:t>Activities Performed:</a:t>
            </a:r>
          </a:p>
          <a:p>
            <a:r>
              <a:rPr lang="en-US" altLang="en-US" sz="5500" dirty="0"/>
              <a:t>Configured the local proxy listener.</a:t>
            </a:r>
          </a:p>
          <a:p>
            <a:r>
              <a:rPr lang="en-US" altLang="en-US" sz="5500" dirty="0"/>
              <a:t> Opened the authorized training website.</a:t>
            </a:r>
          </a:p>
          <a:p>
            <a:r>
              <a:rPr lang="en-US" altLang="en-US" sz="5500" dirty="0"/>
              <a:t>Captured and inspected HTTP requests.</a:t>
            </a:r>
          </a:p>
          <a:p>
            <a:r>
              <a:rPr lang="en-US" altLang="en-US" sz="5500" dirty="0"/>
              <a:t> Examined request methods, URLs, and headers.</a:t>
            </a:r>
          </a:p>
          <a:p>
            <a:r>
              <a:rPr lang="en-US" altLang="en-US" sz="5500" dirty="0"/>
              <a:t> Reviewed HTTP History.</a:t>
            </a:r>
          </a:p>
          <a:p>
            <a:r>
              <a:rPr lang="en-US" altLang="en-US" sz="5500" dirty="0"/>
              <a:t> Analyzed the captured request information.</a:t>
            </a:r>
          </a:p>
          <a:p>
            <a:r>
              <a:rPr lang="en-US" altLang="en-US" sz="5500" dirty="0"/>
              <a:t>Captured Request Information:</a:t>
            </a:r>
          </a:p>
          <a:p>
            <a:r>
              <a:rPr lang="en-US" altLang="en-US" sz="5500" dirty="0"/>
              <a:t>HTTP </a:t>
            </a:r>
            <a:r>
              <a:rPr lang="en-US" altLang="en-US" sz="5500" dirty="0" err="1"/>
              <a:t>Method,Request</a:t>
            </a:r>
            <a:r>
              <a:rPr lang="en-US" altLang="en-US" sz="5500" dirty="0"/>
              <a:t> </a:t>
            </a:r>
            <a:r>
              <a:rPr lang="en-US" altLang="en-US" sz="5500" dirty="0" err="1"/>
              <a:t>Path,Host,User-Agent,Accept</a:t>
            </a:r>
            <a:r>
              <a:rPr lang="en-US" altLang="en-US" sz="5500" dirty="0"/>
              <a:t> </a:t>
            </a:r>
            <a:r>
              <a:rPr lang="en-US" altLang="en-US" sz="7200" dirty="0" err="1"/>
              <a:t>Headers,Connection</a:t>
            </a:r>
            <a:r>
              <a:rPr lang="en-US" altLang="en-US" sz="7200" dirty="0"/>
              <a:t> Information</a:t>
            </a:r>
          </a:p>
          <a:p>
            <a:endParaRPr lang="en-US" altLang="en-US" sz="7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296" y="1515745"/>
            <a:ext cx="4366638" cy="34226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en-US" b="1">
                <a:sym typeface="+mn-ea"/>
              </a:rPr>
              <a:t>MINI VAPT TASK: FINDINGS &amp; RESULTS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88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800" b="1"/>
              <a:t>Key Findings:</a:t>
            </a:r>
          </a:p>
          <a:p>
            <a:r>
              <a:rPr lang="en-US" altLang="en-US" sz="1800"/>
              <a:t>Filtered TCP Ports – Nmap:The scanned TCP ports were identified as filtered, so Nmap could not determine whether they were open or closed.</a:t>
            </a:r>
          </a:p>
          <a:p>
            <a:r>
              <a:rPr lang="en-US" altLang="en-US" sz="1800"/>
              <a:t>Incomplete Web Scan – Nikto:Nikto successfully resolved the target, but reported 0 hosts tested. Therefore, no web-server vulnerabilities could be confirmed.</a:t>
            </a:r>
          </a:p>
          <a:p>
            <a:r>
              <a:rPr lang="en-US" altLang="en-US" sz="1800"/>
              <a:t>HTTP Traffic Analysis – Burp Suite: Burp Suite successfully captured and analyzed HTTP requests and headers, providing an understanding of web traffic and client-server communication.</a:t>
            </a:r>
          </a:p>
          <a:p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en-US" b="1">
                <a:sym typeface="+mn-ea"/>
              </a:rPr>
              <a:t>CONCLUSION &amp; LEARNING OUTCOMES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1625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altLang="en-US" sz="7200" b="1"/>
              <a:t>Conclusion:</a:t>
            </a:r>
          </a:p>
          <a:p>
            <a:r>
              <a:rPr lang="en-US" altLang="en-US" sz="7200"/>
              <a:t> The Week 5 practical provided hands-on experience with three VAPT tools: Nmap, Nikto, and Burp Suite.</a:t>
            </a:r>
          </a:p>
          <a:p>
            <a:r>
              <a:rPr lang="en-US" altLang="en-US" sz="7200"/>
              <a:t> The practical helped in understanding basic network and web application security testing.</a:t>
            </a:r>
          </a:p>
          <a:p>
            <a:pPr marL="0" indent="0">
              <a:buNone/>
            </a:pPr>
            <a:r>
              <a:rPr lang="en-US" altLang="en-US" sz="7200" b="1"/>
              <a:t>Learning Outcomes:</a:t>
            </a:r>
          </a:p>
          <a:p>
            <a:r>
              <a:rPr lang="en-US" altLang="en-US" sz="7200"/>
              <a:t>Understood the basic VAPT methodology.</a:t>
            </a:r>
          </a:p>
          <a:p>
            <a:r>
              <a:rPr lang="en-US" altLang="en-US" sz="7200"/>
              <a:t>Performed network scanning using Nmap.</a:t>
            </a:r>
          </a:p>
          <a:p>
            <a:r>
              <a:rPr lang="en-US" altLang="en-US" sz="7200"/>
              <a:t>Learned to interpret filtered TCP ports.</a:t>
            </a:r>
          </a:p>
          <a:p>
            <a:r>
              <a:rPr lang="en-US" altLang="en-US" sz="7200"/>
              <a:t>Conducted a basic web-server assessment using Nikto.</a:t>
            </a:r>
          </a:p>
          <a:p>
            <a:r>
              <a:rPr lang="en-US" altLang="en-US" sz="7200"/>
              <a:t>Understood the significance of incomplete scan results.</a:t>
            </a:r>
          </a:p>
          <a:p>
            <a:r>
              <a:rPr lang="en-US" altLang="en-US" sz="7200"/>
              <a:t>Captured and analyzed HTTP requests using Burp Suite.</a:t>
            </a:r>
          </a:p>
          <a:p>
            <a:r>
              <a:rPr lang="en-US" altLang="en-US" sz="7200"/>
              <a:t>Learned to examine HTTP headers and web traffic.</a:t>
            </a:r>
          </a:p>
          <a:p>
            <a:r>
              <a:rPr lang="en-US" altLang="en-US" sz="7200"/>
              <a:t>Practiced basic security analysis and reporting.</a:t>
            </a:r>
          </a:p>
          <a:p>
            <a:r>
              <a:rPr lang="en-US" altLang="en-US" sz="7200"/>
              <a:t>Understood the importance of testing only authorized targets.</a:t>
            </a:r>
          </a:p>
          <a:p>
            <a:endParaRPr lang="en-US" altLang="en-US"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663</Words>
  <Application>Microsoft Office PowerPoint</Application>
  <PresentationFormat>Widescreen</PresentationFormat>
  <Paragraphs>90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CYBERSECURITY INTERNSHIP WEEK 5 ASSIGNMENT VAPT TOOLS: PRACTICAL LEARNING </vt:lpstr>
      <vt:lpstr>VAPT OVERVIEW</vt:lpstr>
      <vt:lpstr>NMAP: NETWORK SCANNING</vt:lpstr>
      <vt:lpstr>NIKTO: WEB VULNERABILITY SCANNING</vt:lpstr>
      <vt:lpstr>BURP SUITE: WEB APPLICATION SECURITY TESTING</vt:lpstr>
      <vt:lpstr>MINI VAPT TASK: FINDINGS &amp; RESULTS</vt:lpstr>
      <vt:lpstr>CONCLUSION &amp; LEARNING OUTCOMES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INTERNSHIP WEEK 5 ASSIGNMENT VAPT TOOLS: PRACTICAL LEARNING</dc:title>
  <dc:creator>Admin</dc:creator>
  <cp:lastModifiedBy>Admin</cp:lastModifiedBy>
  <cp:revision>10</cp:revision>
  <dcterms:created xsi:type="dcterms:W3CDTF">2026-10-01T13:47:00Z</dcterms:created>
  <dcterms:modified xsi:type="dcterms:W3CDTF">2026-10-06T02:42:01Z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F53DCF84F5F741E79CEFCC4D23DF1E05_12</vt:lpwstr>
  </property>
</Properties>
</file>